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멀티모달 AI Agent 기반 스마트 농업 서비스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803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대상 작물: 느타리버섯 · Streamlit + LangGraph + VLM + RAG(Chroma)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2C4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41648"/>
            <a:ext cx="48463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구현 범위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대시보드 · 이미지 분석 · AI 상담 · 영농일지 (4개 탭)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Agent Tool 4종: rag_search / analyze / diary / price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과제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요구사항 6개 항목과 구현 위치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1  데이터 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가격(KAMIS)·지역 생산(KOSIS)·재배 매뉴얼·이미지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data/raw 우선, 없으면 SAMPLE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2 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Streamlit + Plotly 차트 4종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KPI 3종 · 기간/지역 필터 · 출처 표기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64592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9" y="1810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3  멀티모달·RAG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242316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VLM Zero-shot 이미지 분석(JSON)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매뉴얼·분석결과 → Embedding → Chroma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4 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LangGraph ToolNode 그래프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 4종 자동 선택 · 최대 6회 반복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5 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이미지 업로드·질문 입력·대시보드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검색 근거·Tool 이력·영농일지 출력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02336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9" y="418795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6  제출물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00600"/>
            <a:ext cx="3200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소스·캡처(Playwright)·PPT(python-pptx)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제출 zip(scripts/make_zip.py)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실데이터 투입 경로와 대체(SAMPLE) 규칙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4480560"/>
                <a:gridCol w="182880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투입 경로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 상태</a:t>
                      </a:r>
                    </a:p>
                  </a:txBody>
                  <a:tcPr>
                    <a:solidFill>
                      <a:srgbClr val="1F3A2B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가격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data/raw/price/*.xlsx|csv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(KAMIS 웹 다운로드)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컬럼 매핑 dict, 실패 시 필요 컬럼 UI 표시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KAMIS API는 키+품목코드 있을 때만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SAMPLE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지역 생산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data/raw/production/*.csv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(KOSIS 특용작물생산실적)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wide→long, cp949/utf-8 자동 판별</a:t>
                      </a:r>
                    </a:p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전국·계 행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 매뉴얼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data/raw/docs/*.pdf|md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PyPDFLoader, 파일명·페이지 메타데이터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샘플 매뉴얼(일반 상식)</a:t>
                      </a:r>
                    </a:p>
                  </a:txBody>
                  <a:tcPr>
                    <a:solidFill>
                      <a:srgbClr val="EEF3EA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data/raw/images/*.jpg|png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시연·테스트용(학습 없음, Zero-shot)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D96C2C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mock 더미 이미지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79008"/>
            <a:ext cx="107899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샘플 가격·생산량은 합성값(is_sample=True)이며 실측 통계가 아님. 대시보드 상단과 각 차트 하단에 SAMPLE로 표기함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공급자 생성은 src/llm/factory.py 한 곳에서만 수행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73352"/>
            <a:ext cx="10844784" cy="72237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Streamlit UI (app.py)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📊 대시보드   🔬 이미지 분석   💬 AI 상담   📝 영농일지   · 사이드바: LLM_PROVIDER·모델·Embedding 표시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329184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53512"/>
            <a:ext cx="3072384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LangGraph Agent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 노드 ↔ ToolNode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최대 6회 · 429/연결 오류 백오프 2회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880360"/>
            <a:ext cx="393192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2953512"/>
            <a:ext cx="3712463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Tools (src/agent/tools.py)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rag_search · analyze_mushroom_image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write_farm_diary · get_mushroom_price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880360"/>
            <a:ext cx="3108960" cy="14630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2953512"/>
            <a:ext cx="2889504" cy="13167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LLM factory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mock (기본, 키 불필요)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gemini · ollama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LLM_MODEL / VLM_MODEL 환경변수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Chroma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manuals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analysis_logs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9864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Embedding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sentence-transformers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e5 접두어 · 해싱 폴백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Pydantic JSON 스키마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 캐시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Data loaders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data/raw → SAMPLE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API(선택)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4892040"/>
            <a:ext cx="2057400" cy="1234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9488" y="4965192"/>
            <a:ext cx="1837943" cy="1088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outputs/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diary/*.md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cache · uploads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94560" y="2468880"/>
            <a:ext cx="0" cy="41148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840480" y="3611880"/>
            <a:ext cx="36576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8138160" y="3611880"/>
            <a:ext cx="36576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554480" y="4343400"/>
            <a:ext cx="292608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794760" y="4343400"/>
            <a:ext cx="68580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0" y="4343400"/>
            <a:ext cx="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4343400"/>
            <a:ext cx="41148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4343400"/>
            <a:ext cx="2651760" cy="54864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 (탭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Streamlit + Plotly · 데이터 출처를 각 차트 하단에 표기</a:t>
            </a:r>
          </a:p>
        </p:txBody>
      </p:sp>
      <p:pic>
        <p:nvPicPr>
          <p:cNvPr id="4" name="Picture 3" descr="01_dashboard_mock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6656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6766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01_dashboard_mock.png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1645920"/>
            <a:ext cx="41148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차트 4종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① 가격 시계열 라인 — 일/월 전환, 도매·소매 구분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② 시도별 생산량 가로 막대 — 연도 선택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③ 시도별 생산량 전년 대비 증감률 히트맵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④ 도매 가격 월별 계절성 히트맵 (연 × 월)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KPI · 필터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최근 도매가 · 전월 대비 %(월평균) · 최대 생산 지역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기간(date range) · 지역(multiselect)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이중 축 미사용, 범주색 고정 순서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 (VLM Zero-shot)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src/vision/analyzer.py · 학습 코드 없음(학습 데이터 없음)</a:t>
            </a:r>
          </a:p>
        </p:txBody>
      </p:sp>
      <p:pic>
        <p:nvPicPr>
          <p:cNvPr id="4" name="Picture 3" descr="02_image_analysis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48056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080760"/>
            <a:ext cx="6035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02_image_analysis_mock.png · mock 모드 캡처 · 실모델 결과 아님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600200"/>
            <a:ext cx="4754880" cy="2148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7728" y="1673352"/>
            <a:ext cx="4535424" cy="2002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구조화 출력 스키마 (Pydantic)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growth_stage: 균사생장/원기형성/자실체생장/수확적기/과숙/판단불가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disease_suspected: 정상/푸른곰팡이병/세균성갈색무늬병/버섯파리 피해/기타/판단불가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confidence 0~1 · visual_evidence[] · recommended_actions[] · summary_ko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3931920"/>
            <a:ext cx="4754880" cy="210312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005072"/>
            <a:ext cx="4535424" cy="1956815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처리 규칙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프롬프트: 관찰 근거만 기술, 불확실하면 판단불가·낮은 신뢰도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파싱 실패 → 1회 재요청 → 실패 시 판단불가 반환(캐시 안 함)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SHA-256(+공급자·모델) 키 캐시: 같은 이미지는 재호출 없음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결과를 Chroma analysis_logs에 메타데이터와 함께 저장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RAG: 재배 매뉴얼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src/rag/ingest.py · retriever.py · python -m src.rag.ingest 로 재색인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문서 로딩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pdf(PyPDFLoader)·md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파일명·페이지 유지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34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청킹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Recursive splitter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600자 / overlap 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00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0368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Embedding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multilingual-e5-small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query:/passage: 접두어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6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16367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Chroma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컬렉션 manuals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cosine 거리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72600" y="2606040"/>
            <a:ext cx="3200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92640" y="1737360"/>
            <a:ext cx="1965960" cy="173736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02367" y="1828800"/>
            <a:ext cx="1783080" cy="1600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검색·판정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top-k 4, 임계값 미만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→ '문서 근거 없음'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913632"/>
            <a:ext cx="5266944" cy="2231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출처 표기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모든 검색 결과에 파일명 · 페이지(PDF) · 청크 id · 유사도 포함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 답변 끝에 [번호]와 출처 인용 (시스템 프롬프트 규칙)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UI: Tool 호출 이력 expander에 검색 근거 표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84048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913632"/>
            <a:ext cx="5084064" cy="22311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운영 처리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앱 최초 실행 시 vectorstore가 비면 자동 색인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EMBEDDING_MODEL=BAAI/bge-m3 전환 가능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모델 로드 실패 시 해싱 폴백 + 사이드바 경고, 백엔드 변경 시 자동 재색인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Agent · Tool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src/agent/graph.py · StateGraph(agent ↔ ToolNode)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39112"/>
            <a:ext cx="2157984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사용자 입력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질문 + [첨부 이미지 경로]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65960"/>
            <a:ext cx="2560320" cy="10972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2039112"/>
            <a:ext cx="2340863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agent 노드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LLM.bind_tools → tool_calls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039112"/>
            <a:ext cx="2157984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ToolNode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 실행 → ToolMessage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965960"/>
            <a:ext cx="2103120" cy="109728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9488" y="2039112"/>
            <a:ext cx="1883663" cy="950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최종 답변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출처·주의사항 포함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35040" y="233172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035040" y="2743200"/>
            <a:ext cx="548640" cy="0"/>
          </a:xfrm>
          <a:prstGeom prst="line">
            <a:avLst/>
          </a:prstGeom>
          <a:ln w="22225">
            <a:solidFill>
              <a:srgbClr val="5F63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754880" y="1645920"/>
            <a:ext cx="0" cy="320040"/>
          </a:xfrm>
          <a:prstGeom prst="line">
            <a:avLst/>
          </a:prstGeom>
          <a:ln w="22225">
            <a:solidFill>
              <a:srgbClr val="5E8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54880" y="1645920"/>
            <a:ext cx="5806440" cy="0"/>
          </a:xfrm>
          <a:prstGeom prst="line">
            <a:avLst/>
          </a:prstGeom>
          <a:ln w="22225">
            <a:solidFill>
              <a:srgbClr val="5E8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561320" y="1645920"/>
            <a:ext cx="0" cy="320040"/>
          </a:xfrm>
          <a:prstGeom prst="line">
            <a:avLst/>
          </a:prstGeom>
          <a:ln w="22225">
            <a:solidFill>
              <a:srgbClr val="5E8C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949440" y="1298448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E8C4A"/>
                </a:solidFill>
                <a:latin typeface="Malgun Gothic"/>
                <a:ea typeface="Malgun Gothic"/>
                <a:cs typeface="Malgun Gothic"/>
              </a:rPr>
              <a:t>tool_calls 없음 또는 6회 도달 → 종료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0215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rag_search(query)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재배 방법·환경·방제 질문, 문서 요약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42900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350215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analyze_mushroom_image(image_path, question)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첨부 이미지 상태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1772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9087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write_farm_diary(date, notes)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"오늘 일지 써줘" — 메모의 온도·습도·CO2 반영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617720"/>
            <a:ext cx="5440680" cy="1005840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4690872"/>
            <a:ext cx="5221224" cy="85953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get_mushroom_price(period)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가격·시세 질문 — 1w/1m/3m/6m/1y/all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반복 6회 제한: 마지막 회차는 Tool 없이 답변 생성 · 429/연결 오류는 지수 백오프 2회 후 'API 한도 초과 또는 모델 서버 미연결' 표시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UI: AI 상담 (탭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검색 근거와 Tool 호출 이력을 st.expander로 표시 · 대화 이력은 session_state</a:t>
            </a:r>
          </a:p>
        </p:txBody>
      </p:sp>
      <p:pic>
        <p:nvPicPr>
          <p:cNvPr id="4" name="Picture 3" descr="03_ai_chat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03_ai_chat_mock.png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645920"/>
            <a:ext cx="35661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화면 구성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질문 입력 + 이미지 첨부(선택)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업로드 이미지는 outputs/uploads/에 저장 후 경로를 메시지에 첨부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Tool별 표시: 입력 JSON, 검색 근거 표, 가격 요약 표, 일지 저장 경로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mock 모드 답변은 도구 결과를 그대로 묶은 고정 형식이며 LLM 요약이 아님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영농일지 (탭 4 · write_farm_diary)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src/diary/writer.py · outputs/diary/YYYY-MM-DD.md 저장 + 다운로드</a:t>
            </a:r>
          </a:p>
        </p:txBody>
      </p:sp>
      <p:pic>
        <p:nvPicPr>
          <p:cNvPr id="4" name="Picture 3" descr="04_farm_diary_mock_0_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400800" cy="4754880"/>
          </a:xfrm>
          <a:prstGeom prst="rect">
            <a:avLst/>
          </a:prstGeom>
          <a:ln w="12700">
            <a:solidFill>
              <a:srgbClr val="C9D3C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04_farm_diary_mock.png · mock 모드 캡처 · 실모델 결과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고정 Markdown 양식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 날짜 · 2 재배사 환경(℃/%/ppm 표) · 3 생육 상태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4 병해충 · 5 작업 내용 · 6 익일 계획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날짜, 온도·습도·CO2 직접 입력, 작업 메모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당일 이미지 분석 결과 선택(캐시에서 조회)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LLM은 '익일 계획'만 생성 · 입력에 없는 수치 생성 금지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시연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LLM_PROVIDER=mock으로 키 없이 전체 흐름 재현 가능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0078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1907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73736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SAMPLE 배지 확인 → 기간·지역 필터, 일/월 전환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7802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49631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1460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이미지 업로드 → 분석 실행 → JSON·캐시 적중 확인(재실행)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5526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27355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문서 질의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29184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"자실체 생육기 적정 온도와 환기 관리는?" → rag_search, 출처 표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3977639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32503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050791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이미지 질의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069079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AI 상담에 이미지 첨부 + "상태 어때?" → analyze_mushroom_image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75488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09744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가격 질의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846320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"최근 가격 알려줘" → get_mushroom_price(1m)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5532120"/>
            <a:ext cx="566928" cy="566928"/>
          </a:xfrm>
          <a:prstGeom prst="ellipse">
            <a:avLst/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586983"/>
            <a:ext cx="56692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605272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영농일지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623559"/>
            <a:ext cx="8046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"오늘 일지 써줘. 온도 16도 습도 90%" 또는 탭 4에서 작성 → md 다운로드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F635C"/>
                </a:solidFill>
                <a:latin typeface="Malgun Gothic"/>
                <a:ea typeface="Malgun Gothic"/>
                <a:cs typeface="Malgun Gothic"/>
              </a:rPr>
              <a:t>모든 검증은 LLM_PROVIDER=mock으로 수행 (키 없이)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4754880" cy="2011680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EEF3EA"/>
                </a:solidFill>
                <a:latin typeface="Malgun Gothic"/>
                <a:ea typeface="Malgun Gothic"/>
                <a:cs typeface="Malgun Gothic"/>
              </a:rPr>
              <a:t>pytest (빌드 시 실제 실행 결과)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44805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35 passed in 5.24s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45920"/>
            <a:ext cx="594360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test_llm: mock이 표준 tool_calls AIMessage 생성, 429 백오프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test_data: 샘플 대체, KAMIS 컬럼 매핑, KOSIS wide→long(cp949)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test_rag: 샘플 질의 3건 출처 반환, 무관 질의 '문서 근거 없음'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test_vision: 스키마 준수, 캐시 재호출 없음, 1회 재요청, analysis_logs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• test_agent: 질의 유형별 Tool 선택 4건, 반복 6회 제한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11064240" cy="210312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10607040" cy="1920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D96C2C"/>
                </a:solidFill>
                <a:latin typeface="Malgun Gothic"/>
                <a:ea typeface="Malgun Gothic"/>
                <a:cs typeface="Malgun Gothic"/>
              </a:rPr>
              <a:t>실모델 검증 필요 (이 개발 환경에서 미수행)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Gemini·Ollama 실제 호출(Tool 선택 품질, VLM 판독 정확도) — API 키·모델 서버 없음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sentence-transformers 실 Embedding — 개발 환경 네트워크 정책으로 모델 다운로드 불가, 해싱 폴백으로 검증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Open API 파라미터·응답 형식 — [미확인], 접속 불가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한계와 개선점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14600" y="1371600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51760" y="1371600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가격·생산 통계와 이미지가 샘플/더미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371600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KAMIS·KOSIS 파일과 실제 재배 사진 투입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9152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59152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359152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359152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Zero-shot VLM, 정량 정확도 미측정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359152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359152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라벨링 이미지셋 구축 후 정확도 평가, 필요 시 ViT/YOLO 미세조정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46704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46704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346704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346704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해싱 폴백은 어휘 겹침 기반, 임계값 미튜닝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346704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346704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실 Embedding 기준 임계값 튜닝, 공식 매뉴얼 색인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34256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34256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4334256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4334256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mock은 키워드 규칙이라 복합 질의 미처리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4334256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4334256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실모델로 다중 Tool 연쇄 호출 평가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21808"/>
            <a:ext cx="1828800" cy="804672"/>
          </a:xfrm>
          <a:prstGeom prst="roundRect">
            <a:avLst>
              <a:gd name="adj" fmla="val 8000"/>
            </a:avLst>
          </a:prstGeom>
          <a:solidFill>
            <a:srgbClr val="1F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82880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가격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5321808"/>
            <a:ext cx="4434840" cy="804672"/>
          </a:xfrm>
          <a:prstGeom prst="roundRect">
            <a:avLst>
              <a:gd name="adj" fmla="val 8000"/>
            </a:avLst>
          </a:prstGeom>
          <a:solidFill>
            <a:srgbClr val="EE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5321808"/>
            <a:ext cx="420624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KAMIS 파라미터·품목코드 [미확인]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86600" y="5321808"/>
            <a:ext cx="45262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5E8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5321808"/>
            <a:ext cx="4297680" cy="8046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3A2B"/>
                </a:solidFill>
                <a:latin typeface="Malgun Gothic"/>
                <a:ea typeface="Malgun Gothic"/>
                <a:cs typeface="Malgun Gothic"/>
              </a:rPr>
              <a:t>→ 공식 문서 확인 후 품목코드 .env 설정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